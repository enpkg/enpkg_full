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1AD50-E937-6459-0B36-77102B79F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430262-73FF-F14B-1C62-331A85E91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CFF60-9734-07AC-B516-036B2061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0A39BE-1769-90A5-06FF-7682D65BA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EDC5AD-95F6-D601-AEB2-EC9357E8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1367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731C6-85D4-FE69-6C28-3E3C487D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A602AB-18EB-6C91-E05E-FCE56B98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A43C92-2186-48C9-22D4-B44E3C0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D84FED-29BC-9C39-08FF-247767D6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F1ECC1-BC06-02F1-09E8-A3B331E6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5302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AF0322-9E54-9FA2-E47B-06A7D7BA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6DD45D-E571-4075-20F2-219D6D739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6DB258-B9FB-3176-813C-05F271A3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61D4DC-1C6E-94FD-7C4B-25C187E5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FFE5B8-77A1-06AE-AB37-23944808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29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9D4A28-03A8-0238-431E-F245E1FC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CEB74D-65D1-2200-4854-09A5113BA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35183D-9A27-E79E-CD12-0CE1D6AA7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56ACA9-571E-4563-402F-9D8AB9B6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4F6106-1E40-147A-F744-24C7CFDFF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B1E429-BAC3-E2BF-E1B1-D46973473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41918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7DEB6B-932A-6FA6-CB6D-443523C3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03E8B6-7112-E82F-83E7-6B17BAFC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4CF360-630F-3339-9E41-D549E99AE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C392FCA-5517-7B66-14DB-A945929A7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785E7A-2AE9-3BE8-4E7F-57AFAEF65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7E21886-6507-5164-1036-85DCE95F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974E19-60EB-FF4D-BCE3-CDF18651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E70C7A-6E8C-2992-B0C2-2D787D4A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4835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1C5A0-1320-5C4F-05FB-34956A181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CDA09B-F3E9-A713-3366-A19C190B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AD0F22-9602-3F4E-C340-A1F0D31C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E7D520-C373-F3F4-6D49-E1DD0782E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769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4F88B3-629D-1F8E-0148-64C7E8FF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521035-670D-412F-05E1-FF058F5F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B92054-4839-429D-E6EA-99B1FB68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7540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B2A17-40EF-0B06-4BF9-BF6A4674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21FA97-7378-4D12-0D87-5B3704209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73CB1B-B72C-F9E6-8039-13F632B59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1C7E87-7B0C-3858-D121-084BBF13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93364A-6FDA-985E-712D-D2980A63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2C1C53-CB54-3BDC-CCFA-00E39B04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3425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CCDCD-2261-4FBF-5B28-0E91C8C06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21BDE9-4F76-2B6E-1FC7-418F60078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C10E95-D235-8276-E953-8204AB191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10A274-749D-990E-F211-FAC4357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4E59FB-6832-AC7E-9F0D-9FBB6A9F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5A8406-9058-BF5E-C1A4-89262A0B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310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7EF356-6004-8178-E143-320E6D19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79DD966-4AFD-BBA9-49BF-24F5147B4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6FEB9E-89FB-A03F-A1A1-060D47DB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399C64-410D-71E1-4DC4-AA6BF69F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5EB1E-481B-6DC1-12E8-CA0DBEE8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7115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8FFE653-8ECB-69DB-E749-2F9E34373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BF0642-CB1D-4129-0357-7C1B20487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95BF2D-DA4A-679A-CB06-3F62B2C0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5AEB6-BA04-AF24-644B-6EE88E77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390FAA-F65D-85F8-B2C6-61A8B135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64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A44FE3-E17C-9685-0403-773FCF43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AD1350-9E52-B1A7-6B4B-03E2BFF71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2A70BA-894D-12FC-E3C1-626E08816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C7701-2C76-41E8-AF75-2EA95BE8E983}" type="datetimeFigureOut">
              <a:rPr lang="fr-CH" smtClean="0"/>
              <a:t>02.02.2026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32D247-87B9-6EE9-88BA-FBC844B60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7367D4-77A9-23BF-9FC3-70BD4FAAF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EDCE0-FCCD-4B68-90AF-71CFFB3AA39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654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362511C2-FB81-D68B-15FF-3877233A1427}"/>
              </a:ext>
            </a:extLst>
          </p:cNvPr>
          <p:cNvSpPr txBox="1"/>
          <p:nvPr/>
        </p:nvSpPr>
        <p:spPr>
          <a:xfrm>
            <a:off x="0" y="0"/>
            <a:ext cx="802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ENPKG OOP </a:t>
            </a:r>
            <a:r>
              <a:rPr lang="fr-FR" sz="2800" b="1" dirty="0" err="1"/>
              <a:t>refactoring</a:t>
            </a:r>
            <a:endParaRPr lang="fr-CH" sz="28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F6D33D-5147-3E6E-68DE-DDDA921A6061}"/>
              </a:ext>
            </a:extLst>
          </p:cNvPr>
          <p:cNvSpPr txBox="1"/>
          <p:nvPr/>
        </p:nvSpPr>
        <p:spPr>
          <a:xfrm>
            <a:off x="0" y="660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Goal</a:t>
            </a:r>
            <a:r>
              <a:rPr lang="fr-FR" dirty="0"/>
              <a:t>: </a:t>
            </a:r>
            <a:r>
              <a:rPr lang="fr-FR" dirty="0" err="1"/>
              <a:t>Create</a:t>
            </a:r>
            <a:r>
              <a:rPr lang="fr-FR" dirty="0"/>
              <a:t> a python package for handling the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enrichment</a:t>
            </a:r>
            <a:r>
              <a:rPr lang="fr-FR" dirty="0"/>
              <a:t> </a:t>
            </a:r>
            <a:r>
              <a:rPr lang="fr-FR" dirty="0" err="1"/>
              <a:t>steps</a:t>
            </a:r>
            <a:r>
              <a:rPr lang="fr-FR" dirty="0"/>
              <a:t> of the ENPKG workflow and </a:t>
            </a:r>
            <a:r>
              <a:rPr lang="fr-FR" dirty="0" err="1"/>
              <a:t>generate</a:t>
            </a:r>
            <a:r>
              <a:rPr lang="fr-FR" dirty="0"/>
              <a:t> triples for KG élaboration. </a:t>
            </a:r>
            <a:endParaRPr lang="fr-CH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DF92C11-5DCD-CD65-6C0B-E29E3465900A}"/>
              </a:ext>
            </a:extLst>
          </p:cNvPr>
          <p:cNvSpPr/>
          <p:nvPr/>
        </p:nvSpPr>
        <p:spPr>
          <a:xfrm>
            <a:off x="255693" y="1605803"/>
            <a:ext cx="2001520" cy="558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Raw </a:t>
            </a:r>
          </a:p>
          <a:p>
            <a:pPr algn="ctr"/>
            <a:r>
              <a:rPr lang="fr-FR" dirty="0"/>
              <a:t>LC-MS/MS data</a:t>
            </a:r>
            <a:endParaRPr lang="fr-CH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379FDBD-528B-8E3D-DC2D-8DDDEB1EDD18}"/>
              </a:ext>
            </a:extLst>
          </p:cNvPr>
          <p:cNvCxnSpPr>
            <a:stCxn id="8" idx="2"/>
          </p:cNvCxnSpPr>
          <p:nvPr/>
        </p:nvCxnSpPr>
        <p:spPr>
          <a:xfrm>
            <a:off x="1256453" y="2164603"/>
            <a:ext cx="5080" cy="6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EE565DB-D35D-53D6-D620-64AD9F6935C1}"/>
              </a:ext>
            </a:extLst>
          </p:cNvPr>
          <p:cNvSpPr/>
          <p:nvPr/>
        </p:nvSpPr>
        <p:spPr>
          <a:xfrm>
            <a:off x="255693" y="2853267"/>
            <a:ext cx="1996440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Analysis</a:t>
            </a:r>
            <a:r>
              <a:rPr lang="fr-FR" dirty="0"/>
              <a:t> class</a:t>
            </a:r>
            <a:endParaRPr lang="fr-CH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7E844D2-1386-1E53-7A28-BF0E498BEFA3}"/>
              </a:ext>
            </a:extLst>
          </p:cNvPr>
          <p:cNvSpPr txBox="1"/>
          <p:nvPr/>
        </p:nvSpPr>
        <p:spPr>
          <a:xfrm>
            <a:off x="255693" y="3541931"/>
            <a:ext cx="1996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Dataclass</a:t>
            </a:r>
            <a:r>
              <a:rPr lang="fr-FR" dirty="0"/>
              <a:t> for </a:t>
            </a:r>
            <a:r>
              <a:rPr lang="fr-FR" dirty="0" err="1"/>
              <a:t>spectra</a:t>
            </a:r>
            <a:r>
              <a:rPr lang="fr-FR" dirty="0"/>
              <a:t>, </a:t>
            </a:r>
            <a:r>
              <a:rPr lang="fr-FR" dirty="0" err="1"/>
              <a:t>metadata</a:t>
            </a:r>
            <a:r>
              <a:rPr lang="fr-FR" dirty="0"/>
              <a:t> and </a:t>
            </a:r>
            <a:r>
              <a:rPr lang="fr-FR" dirty="0" err="1"/>
              <a:t>enrichment</a:t>
            </a:r>
            <a:r>
              <a:rPr lang="fr-FR" dirty="0"/>
              <a:t> data</a:t>
            </a:r>
            <a:endParaRPr lang="fr-CH" dirty="0"/>
          </a:p>
        </p:txBody>
      </p:sp>
      <p:sp>
        <p:nvSpPr>
          <p:cNvPr id="13" name="Cylindre 12">
            <a:extLst>
              <a:ext uri="{FF2B5EF4-FFF2-40B4-BE49-F238E27FC236}">
                <a16:creationId xmlns:a16="http://schemas.microsoft.com/office/drawing/2014/main" id="{3398842B-2BC0-AF23-A43B-1260A35A5688}"/>
              </a:ext>
            </a:extLst>
          </p:cNvPr>
          <p:cNvSpPr/>
          <p:nvPr/>
        </p:nvSpPr>
        <p:spPr>
          <a:xfrm rot="16200000">
            <a:off x="3371265" y="1648300"/>
            <a:ext cx="2056031" cy="3088638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EE518C-C02B-9737-C930-F03B97B41B9E}"/>
              </a:ext>
            </a:extLst>
          </p:cNvPr>
          <p:cNvSpPr/>
          <p:nvPr/>
        </p:nvSpPr>
        <p:spPr>
          <a:xfrm>
            <a:off x="3506893" y="2277534"/>
            <a:ext cx="1996440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Analysis</a:t>
            </a:r>
            <a:r>
              <a:rPr lang="fr-FR" dirty="0"/>
              <a:t> class</a:t>
            </a:r>
            <a:endParaRPr lang="fr-CH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0BAF892B-DDD2-9A63-D4F5-81CD9A60890F}"/>
              </a:ext>
            </a:extLst>
          </p:cNvPr>
          <p:cNvCxnSpPr/>
          <p:nvPr/>
        </p:nvCxnSpPr>
        <p:spPr>
          <a:xfrm>
            <a:off x="3677919" y="2848287"/>
            <a:ext cx="5080" cy="6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F4884B1-5864-98AA-6DD0-B49B8F06DE48}"/>
              </a:ext>
            </a:extLst>
          </p:cNvPr>
          <p:cNvSpPr/>
          <p:nvPr/>
        </p:nvSpPr>
        <p:spPr>
          <a:xfrm>
            <a:off x="3506893" y="3536951"/>
            <a:ext cx="1996440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Enricher</a:t>
            </a:r>
            <a:endParaRPr lang="fr-CH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75ABF69A-F621-3470-43AB-9F3985AE1C57}"/>
              </a:ext>
            </a:extLst>
          </p:cNvPr>
          <p:cNvCxnSpPr>
            <a:cxnSpLocks/>
          </p:cNvCxnSpPr>
          <p:nvPr/>
        </p:nvCxnSpPr>
        <p:spPr>
          <a:xfrm flipV="1">
            <a:off x="5083386" y="2848287"/>
            <a:ext cx="5080" cy="6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0C75A2C6-1334-7AA7-E04C-45938D4CC05C}"/>
              </a:ext>
            </a:extLst>
          </p:cNvPr>
          <p:cNvSpPr/>
          <p:nvPr/>
        </p:nvSpPr>
        <p:spPr>
          <a:xfrm>
            <a:off x="2370666" y="3005666"/>
            <a:ext cx="739986" cy="364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4B8C1A79-9BD6-F409-D9E2-4FEAC94B0F0D}"/>
              </a:ext>
            </a:extLst>
          </p:cNvPr>
          <p:cNvSpPr/>
          <p:nvPr/>
        </p:nvSpPr>
        <p:spPr>
          <a:xfrm>
            <a:off x="6057902" y="3005666"/>
            <a:ext cx="739986" cy="364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0" name="Cylindre 19">
            <a:extLst>
              <a:ext uri="{FF2B5EF4-FFF2-40B4-BE49-F238E27FC236}">
                <a16:creationId xmlns:a16="http://schemas.microsoft.com/office/drawing/2014/main" id="{EB665399-C444-EF8E-8BB1-CEAF9EF5E3C9}"/>
              </a:ext>
            </a:extLst>
          </p:cNvPr>
          <p:cNvSpPr/>
          <p:nvPr/>
        </p:nvSpPr>
        <p:spPr>
          <a:xfrm rot="16200000">
            <a:off x="7369226" y="1648299"/>
            <a:ext cx="2056031" cy="3088638"/>
          </a:xfrm>
          <a:prstGeom prst="can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360229-52E3-D1E6-B468-333EFCD31BC7}"/>
              </a:ext>
            </a:extLst>
          </p:cNvPr>
          <p:cNvSpPr/>
          <p:nvPr/>
        </p:nvSpPr>
        <p:spPr>
          <a:xfrm>
            <a:off x="7504854" y="2277533"/>
            <a:ext cx="1996440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Analysis</a:t>
            </a:r>
            <a:r>
              <a:rPr lang="fr-FR" dirty="0"/>
              <a:t> class</a:t>
            </a:r>
            <a:endParaRPr lang="fr-CH" dirty="0"/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5C284FCA-4E56-D920-84D9-9567C2A33367}"/>
              </a:ext>
            </a:extLst>
          </p:cNvPr>
          <p:cNvCxnSpPr/>
          <p:nvPr/>
        </p:nvCxnSpPr>
        <p:spPr>
          <a:xfrm>
            <a:off x="7675880" y="2848286"/>
            <a:ext cx="5080" cy="6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A084ACF-4013-820D-667C-F8102A6DFB10}"/>
              </a:ext>
            </a:extLst>
          </p:cNvPr>
          <p:cNvSpPr/>
          <p:nvPr/>
        </p:nvSpPr>
        <p:spPr>
          <a:xfrm>
            <a:off x="7504854" y="3536950"/>
            <a:ext cx="1996440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Enricher</a:t>
            </a:r>
            <a:endParaRPr lang="fr-CH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72D2B828-A75C-072E-4F1B-2EA964E279DF}"/>
              </a:ext>
            </a:extLst>
          </p:cNvPr>
          <p:cNvCxnSpPr>
            <a:cxnSpLocks/>
          </p:cNvCxnSpPr>
          <p:nvPr/>
        </p:nvCxnSpPr>
        <p:spPr>
          <a:xfrm flipV="1">
            <a:off x="9081347" y="2848286"/>
            <a:ext cx="5080" cy="68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E447FE8A-11C3-7403-C456-065E5D842104}"/>
              </a:ext>
            </a:extLst>
          </p:cNvPr>
          <p:cNvSpPr/>
          <p:nvPr/>
        </p:nvSpPr>
        <p:spPr>
          <a:xfrm>
            <a:off x="10024533" y="2959099"/>
            <a:ext cx="739986" cy="364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DEA524-24C3-B7F3-C4AD-157B47417AA7}"/>
              </a:ext>
            </a:extLst>
          </p:cNvPr>
          <p:cNvSpPr/>
          <p:nvPr/>
        </p:nvSpPr>
        <p:spPr>
          <a:xfrm>
            <a:off x="10803472" y="2848286"/>
            <a:ext cx="1295395" cy="575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dirty="0" err="1"/>
              <a:t>RDFBuilder</a:t>
            </a:r>
            <a:endParaRPr lang="fr-CH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07D20D4-E0F1-AB03-60A6-AEF0873121AE}"/>
              </a:ext>
            </a:extLst>
          </p:cNvPr>
          <p:cNvSpPr txBox="1"/>
          <p:nvPr/>
        </p:nvSpPr>
        <p:spPr>
          <a:xfrm>
            <a:off x="3110652" y="4326467"/>
            <a:ext cx="27059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Pipeline </a:t>
            </a:r>
            <a:r>
              <a:rPr lang="fr-FR" b="1" dirty="0" err="1"/>
              <a:t>steps</a:t>
            </a:r>
            <a:r>
              <a:rPr lang="fr-FR" b="1" dirty="0"/>
              <a:t> </a:t>
            </a:r>
            <a:r>
              <a:rPr lang="fr-FR" dirty="0" err="1"/>
              <a:t>handle</a:t>
            </a:r>
            <a:r>
              <a:rPr lang="fr-FR" dirty="0"/>
              <a:t> the validation of </a:t>
            </a:r>
            <a:r>
              <a:rPr lang="fr-FR" dirty="0" err="1"/>
              <a:t>incoming</a:t>
            </a:r>
            <a:r>
              <a:rPr lang="fr-FR" dirty="0"/>
              <a:t> and </a:t>
            </a:r>
            <a:r>
              <a:rPr lang="fr-FR" dirty="0" err="1"/>
              <a:t>outgoing</a:t>
            </a:r>
            <a:r>
              <a:rPr lang="fr-FR" dirty="0"/>
              <a:t> data (</a:t>
            </a:r>
            <a:r>
              <a:rPr lang="fr-FR" dirty="0" err="1"/>
              <a:t>analysis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state).</a:t>
            </a:r>
          </a:p>
          <a:p>
            <a:r>
              <a:rPr lang="fr-FR" b="1" dirty="0" err="1"/>
              <a:t>Enrichers</a:t>
            </a:r>
            <a:r>
              <a:rPr lang="fr-FR" dirty="0"/>
              <a:t> do </a:t>
            </a:r>
            <a:r>
              <a:rPr lang="fr-FR" dirty="0" err="1"/>
              <a:t>heavylifting</a:t>
            </a:r>
            <a:r>
              <a:rPr lang="fr-FR" dirty="0"/>
              <a:t> of data </a:t>
            </a:r>
            <a:r>
              <a:rPr lang="fr-FR" dirty="0" err="1"/>
              <a:t>processing</a:t>
            </a:r>
            <a:r>
              <a:rPr lang="fr-FR" dirty="0"/>
              <a:t> and </a:t>
            </a:r>
            <a:r>
              <a:rPr lang="fr-FR" dirty="0" err="1"/>
              <a:t>enrichment</a:t>
            </a:r>
            <a:r>
              <a:rPr lang="fr-FR" dirty="0"/>
              <a:t>.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3251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0378D0-132F-7EB7-FB94-F7B9CA64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625"/>
            <a:ext cx="10515600" cy="5404908"/>
          </a:xfrm>
        </p:spPr>
        <p:txBody>
          <a:bodyPr/>
          <a:lstStyle/>
          <a:p>
            <a:r>
              <a:rPr lang="fr-FR" dirty="0"/>
              <a:t>Use of </a:t>
            </a:r>
            <a:r>
              <a:rPr lang="fr-FR" dirty="0" err="1"/>
              <a:t>pydantic</a:t>
            </a:r>
            <a:r>
              <a:rPr lang="fr-FR" dirty="0"/>
              <a:t> for </a:t>
            </a:r>
            <a:r>
              <a:rPr lang="fr-FR" dirty="0" err="1"/>
              <a:t>analysis</a:t>
            </a:r>
            <a:r>
              <a:rPr lang="fr-FR" dirty="0"/>
              <a:t> class </a:t>
            </a:r>
            <a:r>
              <a:rPr lang="fr-FR" dirty="0" err="1"/>
              <a:t>field</a:t>
            </a:r>
            <a:r>
              <a:rPr lang="fr-FR" dirty="0"/>
              <a:t> and type validation. </a:t>
            </a:r>
          </a:p>
          <a:p>
            <a:r>
              <a:rPr lang="fr-FR" dirty="0" err="1"/>
              <a:t>Enrichers</a:t>
            </a:r>
            <a:r>
              <a:rPr lang="fr-FR" dirty="0"/>
              <a:t> and Pipeline </a:t>
            </a:r>
            <a:r>
              <a:rPr lang="fr-FR" dirty="0" err="1"/>
              <a:t>steps</a:t>
            </a:r>
            <a:r>
              <a:rPr lang="fr-FR" dirty="0"/>
              <a:t> </a:t>
            </a:r>
            <a:r>
              <a:rPr lang="fr-FR" dirty="0" err="1"/>
              <a:t>built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a base interface </a:t>
            </a:r>
            <a:r>
              <a:rPr lang="fr-FR" dirty="0" err="1"/>
              <a:t>using</a:t>
            </a:r>
            <a:r>
              <a:rPr lang="fr-FR" dirty="0"/>
              <a:t> ABC.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Questions:</a:t>
            </a:r>
          </a:p>
          <a:p>
            <a:r>
              <a:rPr lang="fr-FR" dirty="0"/>
              <a:t>Are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suggestions for design of pipeline?</a:t>
            </a:r>
          </a:p>
          <a:p>
            <a:endParaRPr lang="fr-FR" dirty="0"/>
          </a:p>
          <a:p>
            <a:r>
              <a:rPr lang="fr-FR" dirty="0"/>
              <a:t>For ISDB </a:t>
            </a:r>
            <a:r>
              <a:rPr lang="fr-FR" dirty="0" err="1"/>
              <a:t>enricher</a:t>
            </a:r>
            <a:r>
              <a:rPr lang="fr-FR" dirty="0"/>
              <a:t>, </a:t>
            </a:r>
            <a:r>
              <a:rPr lang="fr-FR" dirty="0" err="1"/>
              <a:t>what</a:t>
            </a:r>
            <a:r>
              <a:rPr lang="fr-FR" dirty="0"/>
              <a:t> are the extra files </a:t>
            </a:r>
            <a:r>
              <a:rPr lang="fr-FR" dirty="0" err="1"/>
              <a:t>handled</a:t>
            </a:r>
            <a:r>
              <a:rPr lang="fr-FR" dirty="0"/>
              <a:t> by </a:t>
            </a:r>
            <a:r>
              <a:rPr lang="fr-FR" dirty="0" err="1"/>
              <a:t>enricher</a:t>
            </a:r>
            <a:r>
              <a:rPr lang="fr-FR" dirty="0"/>
              <a:t>?</a:t>
            </a:r>
          </a:p>
          <a:p>
            <a:r>
              <a:rPr lang="fr-FR" dirty="0" err="1"/>
              <a:t>What</a:t>
            </a:r>
            <a:r>
              <a:rPr lang="fr-FR" dirty="0"/>
              <a:t> user interfaces to </a:t>
            </a:r>
            <a:r>
              <a:rPr lang="fr-FR" dirty="0" err="1"/>
              <a:t>implement</a:t>
            </a:r>
            <a:r>
              <a:rPr lang="fr-FR" dirty="0"/>
              <a:t> and how?</a:t>
            </a:r>
          </a:p>
          <a:p>
            <a:r>
              <a:rPr lang="fr-FR" dirty="0"/>
              <a:t>Quid of the </a:t>
            </a:r>
            <a:r>
              <a:rPr lang="fr-FR" dirty="0" err="1"/>
              <a:t>hammer</a:t>
            </a:r>
            <a:r>
              <a:rPr lang="fr-FR" dirty="0"/>
              <a:t> classifier vs NPC?</a:t>
            </a:r>
          </a:p>
          <a:p>
            <a:endParaRPr lang="fr-FR" dirty="0"/>
          </a:p>
          <a:p>
            <a:endParaRPr lang="fr-FR" dirty="0"/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289495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135</Words>
  <Application>Microsoft Office PowerPoint</Application>
  <PresentationFormat>Grand écran</PresentationFormat>
  <Paragraphs>23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Loïc Le Gregam</dc:creator>
  <cp:lastModifiedBy>Loïc Le Gregam</cp:lastModifiedBy>
  <cp:revision>1</cp:revision>
  <dcterms:created xsi:type="dcterms:W3CDTF">2026-02-02T08:03:37Z</dcterms:created>
  <dcterms:modified xsi:type="dcterms:W3CDTF">2026-02-02T16:55:49Z</dcterms:modified>
</cp:coreProperties>
</file>